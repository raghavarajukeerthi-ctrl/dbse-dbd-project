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System (GoVeya): multi-modal booking with double-booking prevention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SRR. Keerthi (2520090150)   |   P. Jahnavi (2520090012)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Table (1/2)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567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00200"/>
                <a:gridCol w="1188720"/>
                <a:gridCol w="1188720"/>
                <a:gridCol w="1600200"/>
                <a:gridCol w="2011680"/>
                <a:gridCol w="173736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/ Conference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Addressed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Technology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/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Securing High-Concurrency Ticket Sales: A Framework Based on Microservice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Z. Zhang, X. Zhang, X. Li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preprint 2512.24941 (cs.SE)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ticketing slows down and oversells tickets at peak 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Cloud microservices; MySQL + ShardingSphere; Redis cache + Bloom filter; Canal + RocketMQ; atomic Redis token inventory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overselling in tests; query API 817 req/s, 31 ms average; core response cut from 200 ms to ~30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on one local VM; purchase API had 2.01% errors (thread-pool exhaustion); rail only; preprint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Transaction Scheduling to Enhance Concurrency in High-Contention Workloads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Chen, C. Shen, C. Wu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Sciences, 15(11), 6341 (MDPI)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2PL / OCC perform poorly when many transactions hit the same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Contention Scheduling (DCoS): deep-RL executor, dual-granularity, one-shot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3x higher throughput than state-of-the-art concurrency-control protocols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on in-memory databases; no booking application; heavy for a student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Traveling Itinerary Problem in a Scheduled Multimodal Transportation Network for a Fixed Sequence of Cities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Ali, H. Jiang, L. Buzna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PLOS ONE, 18(11), e0287604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cheap multi-city journeys that mix transport modes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 integer linear programming model + exact algorithm on real transport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plans show clear benefits over the earlier approach; compared run time with a general ILP solver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only: no seat availability, booking, payment or concurrency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are our reading of each paper against our project goals.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Table (2/2)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567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00200"/>
                <a:gridCol w="1188720"/>
                <a:gridCol w="1188720"/>
                <a:gridCol w="1600200"/>
                <a:gridCol w="2011680"/>
                <a:gridCol w="173736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/ Conference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Addressed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Technology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/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and Realization of Key Technologies in China Railway E-ticketing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 Shan, Z. Zhang, F. Ning, S. Li, L. Dai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Sciences, 2(1), 140-156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from paper tickets to e-tickets at national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DB synchronization; passenger-record storage model; high-concurrency access; face recognition; two-factor QR e-ticket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tickets printed fell to 20%, saving over 2 billion tickets a 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National-scale proprietary system; rail only; no multi-modal booking; hard to reuse in a small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Implementasi Concurrency Control untuk Mencegah Race Condition pada Sistem Pemesanan Meja Billiard Berbasis Website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L. Hermawan (2026)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Undergraduate thesis, Universitas Muhammadiyah Malang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conditions cause double booking in a web reservation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Transaction (real-time NoSQL database) as concurrency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booking dropped from 100% to 0% (only 1 of 10 simultaneous requests accepted)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10 trials; NoSQL, not relational SQL; one resource type; thesis, not peer reviewed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t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2-5 were reviewed from published abstracts and open-access pages; paper 1 was read in full.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the Survey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2468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34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already been done?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and web booking systems scaled with microservices and caching; locking/transaction schemes tested to stop double booking; multimodal route planners built as algorithms.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097280"/>
            <a:ext cx="5486400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097280"/>
            <a:ext cx="91440" cy="2468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234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technologies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7830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Spring, MySQL, Redis, message queues, database transactions and locks, optimization and scheduling algorithms.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5486400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49040"/>
            <a:ext cx="91440" cy="2468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that exist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transport mode (mostly rail); heavy infrastructure; small or local tests; planners with no booking; NoSQL-only evidence.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486400" cy="2468880"/>
          </a:xfrm>
          <a:prstGeom prst="rect">
            <a:avLst/>
          </a:prstGeom>
          <a:solidFill>
            <a:srgbClr val="F3F6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749040"/>
            <a:ext cx="91440" cy="2468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/ can improve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434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combines bus, train and flight booking with seat-level, SQL-based double-booking prevention in one lightweight system.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and Our Contribution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project gap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either prevents double booking for one mode at large scale, or plans multimodal trips without booking. Small, relational-database systems that book bus, train and flight seats together, with proven seat-level locking, are missing.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our project different or an improvement?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7472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bus, train and flight booking, with a Smart Journey option to combine legs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Seat-level control in MySQL: UNIQUE (transport_id, travel_date, seat_no) plus transactions and row locks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REST backend with a React seat-map frontend; simple, three-tier, no microservice overhead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multi-user tests to measure double booking, as in paper 5 but on a relational database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Z. Zhang, X. Zhang, X. Li, "Securing High-Concurrency Ticket Sales: A Framework Based on Microservice," arXiv:2512.24941, 2025.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Chen, C. Shen, C. Wu, "Intelligent Transaction Scheduling to Enhance Concurrency in High-Contention Workloads," Applied Sciences, 15(11), 6341, 2025. doi:10.3390/app15116341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R. Ali, H. Jiang, L. Buzna, "Traveling itinerary problem in a scheduled multimodal transportation network for a fixed sequence of cities," PLOS ONE, 18(11), e0287604, 2023. doi:10.1371/journal.pone.0287604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X. Shan, Z. Zhang, F. Ning, S. Li, L. Dai, "Application and realization of key technologies in China railway e-ticketing system," Railway Sciences, 2(1), 140-156, 2023. doi:10.1108/RS-01-2023-0005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L. Hermawan, "Implementasi Concurrency Control untuk Mencegah Race Condition pada Sistem Pemesanan Meja Billiard Berbasis Website," undergraduate thesis, Universitas Muhammadiyah Malang, 2026. eprints.umm.ac.id/id/eprint/29838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2026-10-03T04:42:48Z</dcterms:created>
  <dcterms:modified xsi:type="dcterms:W3CDTF">2026-10-03T04:42:48Z</dcterms:modified>
</cp:coreProperties>
</file>